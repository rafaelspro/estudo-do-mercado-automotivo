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213B5B-2101-DDC8-A03C-8D5CFB6ED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1D1A5C2-A840-026F-A84B-FA3834DB3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CB763B7-ACE6-D6D1-58BB-89CA3528B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3A00247-BFD4-94E4-E41F-0937815CF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1C61F3-8F16-2D9B-B8E6-0B0093F47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16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9B4456-907B-5270-8A31-321B2342C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D784AE-0943-BCBE-DDE9-ED7923B5E6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320092A-55C3-0511-C86E-D029E52C9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1022CD-4329-6FD9-A170-A23DCEDE5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A9354AA-4F73-EF92-895C-58BFAB275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4100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4E2486-C468-2281-0F51-6DAB86915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5730C17-DCBA-9681-DE5C-DC58D06A9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EF23C15-FB9A-28C6-8669-79AAF6B9F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8C35E0B-E966-9609-EF68-221E9062A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C6E1520-23AC-0185-932C-62321D7A4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1230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B238FE-70CC-D9A7-CBC5-BC06D2A81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06BA49-8F29-50E8-CCAE-AC90AACF8C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36FCA7-5705-09A9-F2F8-8893F5E0A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AC08E79-56DB-F4DA-7CF5-AF2F1EAF6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76EF2A4-C10C-B1C1-B81C-1FC96B7E6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A582195-F89D-E8F6-AE4F-A8596E415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6939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4359F3-984D-9F23-CC65-D860BEBF9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393F41F-6BD9-121E-3A9C-4BAD31D1E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A078EE3-5E4B-E4C8-9A50-89B5CB75E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94A5790-4B8A-E894-BE85-DDE83745EE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5E8F24-63C6-46FC-22A3-C1750485D5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5F4F7C9-45E2-5398-766E-2507DB3E1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2D15465-5770-859A-89FF-4BB0B3392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200BAF9-6EE7-83C3-3225-21436A76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1289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7ECA50-A855-D465-01DD-95E3BA38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B43E926-E2C9-9090-D5F9-549BBBBF7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7534208-AFB8-FF08-4115-DC307D787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7811765-6AA8-1078-A0B1-A043E16A1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004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962637F-2651-5EAA-1DB7-4E60641A1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028BE5A-6047-8E2F-946B-0F841DF02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DD056F-EF7A-2BA2-021F-CB087E60B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9605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B7309-085C-1AC5-22D6-F70B03C3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649B8A6-3B66-EC86-582E-ED97523BC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DA2CDE8-2862-7642-AB75-333C4D265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4EFEFB-F96D-0A1C-E3A7-7A2DD3C2E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60159B2-DD9A-7063-E2DE-5026784ED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077AA03-2CE3-C2CB-A801-87A0B727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2887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00EDD9-9F11-4857-EC68-3A995A845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0EE1EDA-8F0B-B31D-2ABA-CD46E1146C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6010368-5217-9BFB-8FA9-FF0DCCE54F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0B6B28B-C202-28F4-D4A9-697C304D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0B5C78D-1936-9D41-4CF8-7B4DED112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735BAB2-CB2E-35F2-67CC-7234CED66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5610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E08112-FD14-3B6F-33C2-70CF3D83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6AA092-F6C1-2CD8-8F9B-AFC7232F18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606B84-4825-8A47-D36B-1F3599DDB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FD3CF0-49BD-DB32-231E-C5082BDFF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0008B90-DBEB-8D2A-6825-F98313787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153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493EF8-B284-0988-3D96-DA535D3EF0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18C85AB-8983-43AB-6187-87E0144914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63CC5D0-8608-0634-067B-9379DA610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FE7A78-9E2D-FAA0-850C-08E76B351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61C3CF-305F-DCDD-7F40-BF34A445D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982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7116360-9BB4-FD0C-C897-142FB09E1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688DFE2-81A6-85A2-1873-EF5F9BF86B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1C8A1D-25AF-6FA9-4D3D-6B88681078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E8E3D3-3DB8-4544-ACB3-3D058B70E0E1}" type="datetimeFigureOut">
              <a:rPr lang="pt-BR" smtClean="0"/>
              <a:t>02/05/2026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26656F-F09C-4BDB-DEC1-D39444EB7F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1E360D-273F-A338-B904-4737776E2A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AE72AE-B8D5-4B9E-9CDF-1DC0CD31839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8944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oleObject" Target="file:///C:\Users\rafae\OneDrive\Documentos\Jo&#227;o%20Oliveira\Portfolio\Pre&#231;o_dos_Carros\Analise_Graficos.xlsx!Gr&#225;ficos!%5bAnalise_Graficos.xlsx%5dGr&#225;ficos%20Gr&#225;fico%206" TargetMode="External"/><Relationship Id="rId3" Type="http://schemas.openxmlformats.org/officeDocument/2006/relationships/image" Target="../media/image1.emf"/><Relationship Id="rId7" Type="http://schemas.openxmlformats.org/officeDocument/2006/relationships/image" Target="../media/image3.emf"/><Relationship Id="rId2" Type="http://schemas.openxmlformats.org/officeDocument/2006/relationships/oleObject" Target="file:///C:\Users\rafae\OneDrive\Documentos\Jo&#227;o%20Oliveira\Portfolio\Pre&#231;o_dos_Carros\Analise_Graficos.xlsx!Gr&#225;ficos!L2C6:L3C8" TargetMode="External"/><Relationship Id="rId1" Type="http://schemas.openxmlformats.org/officeDocument/2006/relationships/slideLayout" Target="../slideLayouts/slideLayout7.xml"/><Relationship Id="rId6" Type="http://schemas.openxmlformats.org/officeDocument/2006/relationships/oleObject" Target="file:///C:\Users\rafae\OneDrive\Documentos\Jo&#227;o%20Oliveira\Portfolio\Pre&#231;o_dos_Carros\Analise_Graficos.xlsx!Gr&#225;ficos!%5bAnalise_Graficos.xlsx%5dGr&#225;ficos%20Gr&#225;fico%204" TargetMode="External"/><Relationship Id="rId5" Type="http://schemas.openxmlformats.org/officeDocument/2006/relationships/image" Target="../media/image2.emf"/><Relationship Id="rId4" Type="http://schemas.openxmlformats.org/officeDocument/2006/relationships/oleObject" Target="file:///C:\Users\rafae\OneDrive\Documentos\Jo&#227;o%20Oliveira\Portfolio\Pre&#231;o_dos_Carros\Analise_Graficos.xlsx!Gr&#225;ficos!%5bAnalise_Graficos.xlsx%5dGr&#225;ficos%20Gr&#225;fico%203" TargetMode="External"/><Relationship Id="rId9" Type="http://schemas.openxmlformats.org/officeDocument/2006/relationships/image" Target="../media/image4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7.emf"/><Relationship Id="rId2" Type="http://schemas.openxmlformats.org/officeDocument/2006/relationships/oleObject" Target="file:///C:\Users\rafae\OneDrive\Documentos\Jo&#227;o%20Oliveira\Portfolio\Pre&#231;o_dos_Carros\Analise_Graficos.xlsx!Gr&#225;ficos!%5bAnalise_Graficos.xlsx%5dGr&#225;ficos%20Gr&#225;fico%201" TargetMode="External"/><Relationship Id="rId1" Type="http://schemas.openxmlformats.org/officeDocument/2006/relationships/slideLayout" Target="../slideLayouts/slideLayout7.xml"/><Relationship Id="rId6" Type="http://schemas.openxmlformats.org/officeDocument/2006/relationships/oleObject" Target="file:///C:\Users\rafae\OneDrive\Documentos\Jo&#227;o%20Oliveira\Portfolio\Pre&#231;o_dos_Carros\Analise_Graficos.xlsx!Gr&#225;ficos!%5bAnalise_Graficos.xlsx%5dGr&#225;ficos%20Gr&#225;fico%205" TargetMode="External"/><Relationship Id="rId5" Type="http://schemas.openxmlformats.org/officeDocument/2006/relationships/image" Target="../media/image6.emf"/><Relationship Id="rId4" Type="http://schemas.openxmlformats.org/officeDocument/2006/relationships/oleObject" Target="file:///C:\Users\rafae\OneDrive\Documentos\Jo&#227;o%20Oliveira\Portfolio\Pre&#231;o_dos_Carros\Analise_Graficos.xlsx!Gr&#225;ficos!%5bAnalise_Graficos.xlsx%5dGr&#225;ficos%20Gr&#225;fico%20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>
            <a:extLst>
              <a:ext uri="{FF2B5EF4-FFF2-40B4-BE49-F238E27FC236}">
                <a16:creationId xmlns:a16="http://schemas.microsoft.com/office/drawing/2014/main" id="{F17B049F-10BB-E3E3-1C93-6797BEBFE2A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00365750"/>
              </p:ext>
            </p:extLst>
          </p:nvPr>
        </p:nvGraphicFramePr>
        <p:xfrm>
          <a:off x="416688" y="59279"/>
          <a:ext cx="6305328" cy="4717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219640" imgH="390445" progId="Excel.Sheet.12">
                  <p:link updateAutomatic="1"/>
                </p:oleObj>
              </mc:Choice>
              <mc:Fallback>
                <p:oleObj name="Worksheet" r:id="rId2" imgW="5219640" imgH="390445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16688" y="59279"/>
                        <a:ext cx="6305328" cy="4717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to 7">
            <a:extLst>
              <a:ext uri="{FF2B5EF4-FFF2-40B4-BE49-F238E27FC236}">
                <a16:creationId xmlns:a16="http://schemas.microsoft.com/office/drawing/2014/main" id="{2288649E-5816-4674-F3B0-F7DE2E616C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4952286"/>
              </p:ext>
            </p:extLst>
          </p:nvPr>
        </p:nvGraphicFramePr>
        <p:xfrm>
          <a:off x="420688" y="3722688"/>
          <a:ext cx="5349875" cy="2835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4896000" imgH="2743200" progId="Excel.Sheet.12">
                  <p:link updateAutomatic="1"/>
                </p:oleObj>
              </mc:Choice>
              <mc:Fallback>
                <p:oleObj name="Worksheet" r:id="rId4" imgW="4896000" imgH="274320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20688" y="3722688"/>
                        <a:ext cx="5349875" cy="2835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to 8">
            <a:extLst>
              <a:ext uri="{FF2B5EF4-FFF2-40B4-BE49-F238E27FC236}">
                <a16:creationId xmlns:a16="http://schemas.microsoft.com/office/drawing/2014/main" id="{333A5A14-6754-EEF2-4B13-83956AE86C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372785"/>
              </p:ext>
            </p:extLst>
          </p:nvPr>
        </p:nvGraphicFramePr>
        <p:xfrm>
          <a:off x="415925" y="746125"/>
          <a:ext cx="11423650" cy="2835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6" imgW="13620960" imgH="3086100" progId="Excel.Sheet.12">
                  <p:link updateAutomatic="1"/>
                </p:oleObj>
              </mc:Choice>
              <mc:Fallback>
                <p:oleObj name="Worksheet" r:id="rId6" imgW="13620960" imgH="308610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15925" y="746125"/>
                        <a:ext cx="11423650" cy="2835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to 9">
            <a:extLst>
              <a:ext uri="{FF2B5EF4-FFF2-40B4-BE49-F238E27FC236}">
                <a16:creationId xmlns:a16="http://schemas.microsoft.com/office/drawing/2014/main" id="{874B1ED8-7100-1814-76D3-1E83468F55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4425938"/>
              </p:ext>
            </p:extLst>
          </p:nvPr>
        </p:nvGraphicFramePr>
        <p:xfrm>
          <a:off x="5989638" y="3727450"/>
          <a:ext cx="5845175" cy="283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8" imgW="5667480" imgH="2743200" progId="Excel.Sheet.12">
                  <p:link updateAutomatic="1"/>
                </p:oleObj>
              </mc:Choice>
              <mc:Fallback>
                <p:oleObj name="Worksheet" r:id="rId8" imgW="5667480" imgH="274320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89638" y="3727450"/>
                        <a:ext cx="5845175" cy="28305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35883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to 2">
            <a:extLst>
              <a:ext uri="{FF2B5EF4-FFF2-40B4-BE49-F238E27FC236}">
                <a16:creationId xmlns:a16="http://schemas.microsoft.com/office/drawing/2014/main" id="{82FF2831-267E-ADD9-B5A3-9F6DBDE53D4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7184368"/>
              </p:ext>
            </p:extLst>
          </p:nvPr>
        </p:nvGraphicFramePr>
        <p:xfrm>
          <a:off x="191625" y="122118"/>
          <a:ext cx="11811322" cy="293359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543850" imgH="4381717" progId="Excel.Sheet.12">
                  <p:link updateAutomatic="1"/>
                </p:oleObj>
              </mc:Choice>
              <mc:Fallback>
                <p:oleObj name="Worksheet" r:id="rId2" imgW="13543850" imgH="438171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91625" y="122118"/>
                        <a:ext cx="11811322" cy="293359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>
            <a:extLst>
              <a:ext uri="{FF2B5EF4-FFF2-40B4-BE49-F238E27FC236}">
                <a16:creationId xmlns:a16="http://schemas.microsoft.com/office/drawing/2014/main" id="{BC40D260-06FB-CE51-21F1-D092460D90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526122"/>
              </p:ext>
            </p:extLst>
          </p:nvPr>
        </p:nvGraphicFramePr>
        <p:xfrm>
          <a:off x="191626" y="3345084"/>
          <a:ext cx="5904374" cy="339079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8190251" imgH="2780020" progId="Excel.Sheet.12">
                  <p:link updateAutomatic="1"/>
                </p:oleObj>
              </mc:Choice>
              <mc:Fallback>
                <p:oleObj name="Worksheet" r:id="rId4" imgW="8190251" imgH="278002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1626" y="3345084"/>
                        <a:ext cx="5904374" cy="339079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to 7">
            <a:extLst>
              <a:ext uri="{FF2B5EF4-FFF2-40B4-BE49-F238E27FC236}">
                <a16:creationId xmlns:a16="http://schemas.microsoft.com/office/drawing/2014/main" id="{18755714-4ADB-2105-6A98-4DB196227A6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5294524"/>
              </p:ext>
            </p:extLst>
          </p:nvPr>
        </p:nvGraphicFramePr>
        <p:xfrm>
          <a:off x="6389225" y="3345084"/>
          <a:ext cx="5611149" cy="339079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6" imgW="6867152" imgH="2770660" progId="Excel.Sheet.12">
                  <p:link updateAutomatic="1"/>
                </p:oleObj>
              </mc:Choice>
              <mc:Fallback>
                <p:oleObj name="Worksheet" r:id="rId6" imgW="6867152" imgH="277066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389225" y="3345084"/>
                        <a:ext cx="5611149" cy="339079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808256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Vínculos</vt:lpstr>
      </vt:variant>
      <vt:variant>
        <vt:i4>7</vt:i4>
      </vt:variant>
      <vt:variant>
        <vt:lpstr>Títulos de slides</vt:lpstr>
      </vt:variant>
      <vt:variant>
        <vt:i4>2</vt:i4>
      </vt:variant>
    </vt:vector>
  </HeadingPairs>
  <TitlesOfParts>
    <vt:vector size="13" baseType="lpstr">
      <vt:lpstr>Aptos</vt:lpstr>
      <vt:lpstr>Aptos Display</vt:lpstr>
      <vt:lpstr>Arial</vt:lpstr>
      <vt:lpstr>Tema do Office</vt:lpstr>
      <vt:lpstr>C:\Users\rafae\OneDrive\Documentos\João Oliveira\Portfolio\Preço_dos_Carros\Analise_Graficos.xlsx!Gráficos!L2C6:L3C8</vt:lpstr>
      <vt:lpstr>C:\Users\rafae\OneDrive\Documentos\João Oliveira\Portfolio\Preço_dos_Carros\Analise_Graficos.xlsx!Gráficos![Analise_Graficos.xlsx]Gráficos Gráfico 3</vt:lpstr>
      <vt:lpstr>C:\Users\rafae\OneDrive\Documentos\João Oliveira\Portfolio\Preço_dos_Carros\Analise_Graficos.xlsx!Gráficos![Analise_Graficos.xlsx]Gráficos Gráfico 4</vt:lpstr>
      <vt:lpstr>C:\Users\rafae\OneDrive\Documentos\João Oliveira\Portfolio\Preço_dos_Carros\Analise_Graficos.xlsx!Gráficos![Analise_Graficos.xlsx]Gráficos Gráfico 6</vt:lpstr>
      <vt:lpstr>C:\Users\rafae\OneDrive\Documentos\João Oliveira\Portfolio\Preço_dos_Carros\Analise_Graficos.xlsx!Gráficos![Analise_Graficos.xlsx]Gráficos Gráfico 1</vt:lpstr>
      <vt:lpstr>C:\Users\rafae\OneDrive\Documentos\João Oliveira\Portfolio\Preço_dos_Carros\Analise_Graficos.xlsx!Gráficos![Analise_Graficos.xlsx]Gráficos Gráfico 2</vt:lpstr>
      <vt:lpstr>C:\Users\rafae\OneDrive\Documentos\João Oliveira\Portfolio\Preço_dos_Carros\Analise_Graficos.xlsx!Gráficos![Analise_Graficos.xlsx]Gráficos Gráfico 5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Rafael Silva</dc:creator>
  <cp:lastModifiedBy>Rafael Silva</cp:lastModifiedBy>
  <cp:revision>1</cp:revision>
  <dcterms:created xsi:type="dcterms:W3CDTF">2026-05-02T15:54:42Z</dcterms:created>
  <dcterms:modified xsi:type="dcterms:W3CDTF">2026-05-02T19:10:51Z</dcterms:modified>
</cp:coreProperties>
</file>