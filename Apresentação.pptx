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13B5B-2101-DDC8-A03C-8D5CFB6ED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D1A5C2-A840-026F-A84B-FA3834DB3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B763B7-ACE6-D6D1-58BB-89CA3528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A00247-BFD4-94E4-E41F-0937815C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1C61F3-8F16-2D9B-B8E6-0B0093F4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16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B4456-907B-5270-8A31-321B2342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D784AE-0943-BCBE-DDE9-ED7923B5E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20092A-55C3-0511-C86E-D029E52C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1022CD-4329-6FD9-A170-A23DCEDE5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9354AA-4F73-EF92-895C-58BFAB27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100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E2486-C468-2281-0F51-6DAB8691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730C17-DCBA-9681-DE5C-DC58D06A9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F23C15-FB9A-28C6-8669-79AAF6B9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C35E0B-E966-9609-EF68-221E9062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6E1520-23AC-0185-932C-62321D7A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23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238FE-70CC-D9A7-CBC5-BC06D2A8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6BA49-8F29-50E8-CCAE-AC90AACF8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36FCA7-5705-09A9-F2F8-8893F5E0A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C08E79-56DB-F4DA-7CF5-AF2F1EAF6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6EF2A4-C10C-B1C1-B81C-1FC96B7E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582195-F89D-E8F6-AE4F-A8596E41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93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359F3-984D-9F23-CC65-D860BEBF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93F41F-6BD9-121E-3A9C-4BAD31D1E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078EE3-5E4B-E4C8-9A50-89B5CB75E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4A5790-4B8A-E894-BE85-DDE83745E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5E8F24-63C6-46FC-22A3-C1750485D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5F4F7C9-45E2-5398-766E-2507DB3E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D15465-5770-859A-89FF-4BB0B339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00BAF9-6EE7-83C3-3225-21436A76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289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ECA50-A855-D465-01DD-95E3BA381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43E926-E2C9-9090-D5F9-549BBBBF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534208-AFB8-FF08-4115-DC307D78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811765-6AA8-1078-A0B1-A043E16A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04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962637F-2651-5EAA-1DB7-4E60641A1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28BE5A-6047-8E2F-946B-0F841DF0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DD056F-EF7A-2BA2-021F-CB087E60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60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B7309-085C-1AC5-22D6-F70B03C3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49B8A6-3B66-EC86-582E-ED97523BC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A2CDE8-2862-7642-AB75-333C4D265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4EFEFB-F96D-0A1C-E3A7-7A2DD3C2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0159B2-DD9A-7063-E2DE-5026784ED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77AA03-2CE3-C2CB-A801-87A0B727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88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0EDD9-9F11-4857-EC68-3A995A84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EE1EDA-8F0B-B31D-2ABA-CD46E1146C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010368-5217-9BFB-8FA9-FF0DCCE54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B6B28B-C202-28F4-D4A9-697C304D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B5C78D-1936-9D41-4CF8-7B4DED112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35BAB2-CB2E-35F2-67CC-7234CED6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61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08112-FD14-3B6F-33C2-70CF3D83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6AA092-F6C1-2CD8-8F9B-AFC7232F1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606B84-4825-8A47-D36B-1F3599DDB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FD3CF0-49BD-DB32-231E-C5082BDF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008B90-DBEB-8D2A-6825-F9831378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15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493EF8-B284-0988-3D96-DA535D3EF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8C85AB-8983-43AB-6187-87E014491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3CC5D0-8608-0634-067B-9379DA610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FE7A78-9E2D-FAA0-850C-08E76B35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61C3CF-305F-DCDD-7F40-BF34A445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982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7116360-9BB4-FD0C-C897-142FB09E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88DFE2-81A6-85A2-1873-EF5F9BF86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1C8A1D-25AF-6FA9-4D3D-6B8868107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8E3D3-3DB8-4544-ACB3-3D058B70E0E1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26656F-F09C-4BDB-DEC1-D39444EB7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1E360D-273F-A338-B904-4737776E2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E72AE-B8D5-4B9E-9CDF-1DC0CD3183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894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file:///C:\Users\rafae\OneDrive\Documentos\Jo&#227;o%20Oliveira\Portfolio\Pre&#231;o_dos_Carros\Analise_Graficos.xlsx!Gr&#225;ficos!%5bAnalise_Graficos.xlsx%5dGr&#225;ficos%20Gr&#225;fico%206" TargetMode="Externa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file:///C:\Users\rafae\OneDrive\Documentos\Jo&#227;o%20Oliveira\Portfolio\Pre&#231;o_dos_Carros\Analise_Graficos.xlsx!Gr&#225;ficos!L2C6:L3C8" TargetMode="External"/><Relationship Id="rId1" Type="http://schemas.openxmlformats.org/officeDocument/2006/relationships/slideLayout" Target="../slideLayouts/slideLayout7.xml"/><Relationship Id="rId6" Type="http://schemas.openxmlformats.org/officeDocument/2006/relationships/oleObject" Target="file:///C:\Users\rafae\OneDrive\Documentos\Jo&#227;o%20Oliveira\Portfolio\Pre&#231;o_dos_Carros\Analise_Graficos.xlsx!Gr&#225;ficos!%5bAnalise_Graficos.xlsx%5dGr&#225;ficos%20Gr&#225;fico%204" TargetMode="External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file:///C:\Users\rafae\OneDrive\Documentos\Jo&#227;o%20Oliveira\Portfolio\Pre&#231;o_dos_Carros\Analise_Graficos.xlsx!Planilha6!L29C1:L32C3" TargetMode="External"/><Relationship Id="rId4" Type="http://schemas.openxmlformats.org/officeDocument/2006/relationships/oleObject" Target="file:///C:\Users\rafae\OneDrive\Documentos\Jo&#227;o%20Oliveira\Portfolio\Pre&#231;o_dos_Carros\Analise_Graficos.xlsx!Gr&#225;ficos!%5bAnalise_Graficos.xlsx%5dGr&#225;ficos%20Gr&#225;fico%203" TargetMode="External"/><Relationship Id="rId9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file:///C:\Users\rafae\OneDrive\Documentos\Jo&#227;o%20Oliveira\Portfolio\Pre&#231;o_dos_Carros\Analise_Graficos.xlsx!Gr&#225;ficos!%5bAnalise_Graficos.xlsx%5dGr&#225;ficos%20Gr&#225;fico%201" TargetMode="External"/><Relationship Id="rId1" Type="http://schemas.openxmlformats.org/officeDocument/2006/relationships/slideLayout" Target="../slideLayouts/slideLayout7.xml"/><Relationship Id="rId6" Type="http://schemas.openxmlformats.org/officeDocument/2006/relationships/oleObject" Target="file:///C:\Users\rafae\OneDrive\Documentos\Jo&#227;o%20Oliveira\Portfolio\Pre&#231;o_dos_Carros\Analise_Graficos.xlsx!Gr&#225;ficos!%5bAnalise_Graficos.xlsx%5dGr&#225;ficos%20Gr&#225;fico%205" TargetMode="External"/><Relationship Id="rId5" Type="http://schemas.openxmlformats.org/officeDocument/2006/relationships/image" Target="../media/image7.emf"/><Relationship Id="rId4" Type="http://schemas.openxmlformats.org/officeDocument/2006/relationships/oleObject" Target="file:///C:\Users\rafae\OneDrive\Documentos\Jo&#227;o%20Oliveira\Portfolio\Pre&#231;o_dos_Carros\Analise_Graficos.xlsx!Gr&#225;ficos!%5bAnalise_Graficos.xlsx%5dGr&#225;ficos%20Gr&#225;fico%2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F17B049F-10BB-E3E3-1C93-6797BEBFE2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365750"/>
              </p:ext>
            </p:extLst>
          </p:nvPr>
        </p:nvGraphicFramePr>
        <p:xfrm>
          <a:off x="416688" y="59279"/>
          <a:ext cx="6305328" cy="47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219640" imgH="390445" progId="Excel.Sheet.12">
                  <p:link updateAutomatic="1"/>
                </p:oleObj>
              </mc:Choice>
              <mc:Fallback>
                <p:oleObj name="Worksheet" r:id="rId2" imgW="5219640" imgH="39044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6688" y="59279"/>
                        <a:ext cx="6305328" cy="471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2288649E-5816-4674-F3B0-F7DE2E616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981966"/>
              </p:ext>
            </p:extLst>
          </p:nvPr>
        </p:nvGraphicFramePr>
        <p:xfrm>
          <a:off x="420688" y="3819646"/>
          <a:ext cx="5349875" cy="2738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896000" imgH="2743200" progId="Excel.Sheet.12">
                  <p:link updateAutomatic="1"/>
                </p:oleObj>
              </mc:Choice>
              <mc:Fallback>
                <p:oleObj name="Worksheet" r:id="rId4" imgW="4896000" imgH="274320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688" y="3819646"/>
                        <a:ext cx="5349875" cy="2738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333A5A14-6754-EEF2-4B13-83956AE86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955853"/>
              </p:ext>
            </p:extLst>
          </p:nvPr>
        </p:nvGraphicFramePr>
        <p:xfrm>
          <a:off x="384175" y="904113"/>
          <a:ext cx="11423650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3620960" imgH="3086100" progId="Excel.Sheet.12">
                  <p:link updateAutomatic="1"/>
                </p:oleObj>
              </mc:Choice>
              <mc:Fallback>
                <p:oleObj name="Worksheet" r:id="rId6" imgW="13620960" imgH="308610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4175" y="904113"/>
                        <a:ext cx="11423650" cy="283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874B1ED8-7100-1814-76D3-1E83468F5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404428"/>
              </p:ext>
            </p:extLst>
          </p:nvPr>
        </p:nvGraphicFramePr>
        <p:xfrm>
          <a:off x="5989638" y="3819646"/>
          <a:ext cx="5845175" cy="2738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5667480" imgH="2743200" progId="Excel.Sheet.12">
                  <p:link updateAutomatic="1"/>
                </p:oleObj>
              </mc:Choice>
              <mc:Fallback>
                <p:oleObj name="Worksheet" r:id="rId8" imgW="5667480" imgH="274320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89638" y="3819646"/>
                        <a:ext cx="5845175" cy="2738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3DDB2F5B-7D5C-E530-EA12-AFCEA8598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226879"/>
              </p:ext>
            </p:extLst>
          </p:nvPr>
        </p:nvGraphicFramePr>
        <p:xfrm>
          <a:off x="7088187" y="5385"/>
          <a:ext cx="4127681" cy="816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3648240" imgH="771525" progId="Excel.Sheet.12">
                  <p:link updateAutomatic="1"/>
                </p:oleObj>
              </mc:Choice>
              <mc:Fallback>
                <p:oleObj name="Worksheet" r:id="rId10" imgW="3648240" imgH="771525" progId="Excel.Sheet.12">
                  <p:link updateAutomatic="1"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3DDB2F5B-7D5C-E530-EA12-AFCEA8598A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88187" y="5385"/>
                        <a:ext cx="4127681" cy="816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588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82FF2831-267E-ADD9-B5A3-9F6DBDE53D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184368"/>
              </p:ext>
            </p:extLst>
          </p:nvPr>
        </p:nvGraphicFramePr>
        <p:xfrm>
          <a:off x="191625" y="122118"/>
          <a:ext cx="11811322" cy="2933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543850" imgH="4381717" progId="Excel.Sheet.12">
                  <p:link updateAutomatic="1"/>
                </p:oleObj>
              </mc:Choice>
              <mc:Fallback>
                <p:oleObj name="Worksheet" r:id="rId2" imgW="13543850" imgH="438171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1625" y="122118"/>
                        <a:ext cx="11811322" cy="2933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BC40D260-06FB-CE51-21F1-D092460D90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526122"/>
              </p:ext>
            </p:extLst>
          </p:nvPr>
        </p:nvGraphicFramePr>
        <p:xfrm>
          <a:off x="191626" y="3345084"/>
          <a:ext cx="5904374" cy="3390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8190251" imgH="2780020" progId="Excel.Sheet.12">
                  <p:link updateAutomatic="1"/>
                </p:oleObj>
              </mc:Choice>
              <mc:Fallback>
                <p:oleObj name="Worksheet" r:id="rId4" imgW="8190251" imgH="278002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1626" y="3345084"/>
                        <a:ext cx="5904374" cy="3390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18755714-4ADB-2105-6A98-4DB196227A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294524"/>
              </p:ext>
            </p:extLst>
          </p:nvPr>
        </p:nvGraphicFramePr>
        <p:xfrm>
          <a:off x="6389225" y="3345084"/>
          <a:ext cx="5611149" cy="3390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867152" imgH="2770660" progId="Excel.Sheet.12">
                  <p:link updateAutomatic="1"/>
                </p:oleObj>
              </mc:Choice>
              <mc:Fallback>
                <p:oleObj name="Worksheet" r:id="rId6" imgW="6867152" imgH="277066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89225" y="3345084"/>
                        <a:ext cx="5611149" cy="3390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08256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Vínculos</vt:lpstr>
      </vt:variant>
      <vt:variant>
        <vt:i4>8</vt:i4>
      </vt:variant>
      <vt:variant>
        <vt:lpstr>Títulos de slides</vt:lpstr>
      </vt:variant>
      <vt:variant>
        <vt:i4>2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file:///C:\Users\rafae\OneDrive\Documentos\João%20Oliveira\Portfolio\Preço_dos_Carros\Analise_Graficos.xlsx!Gráficos!L2C6:L3C8</vt:lpstr>
      <vt:lpstr>file:///C:\Users\rafae\OneDrive\Documentos\João%20Oliveira\Portfolio\Preço_dos_Carros\Analise_Graficos.xlsx!Gráficos!%5bAnalise_Graficos.xlsx%5dGráficos%20Gráfico%203</vt:lpstr>
      <vt:lpstr>file:///C:\Users\rafae\OneDrive\Documentos\João%20Oliveira\Portfolio\Preço_dos_Carros\Analise_Graficos.xlsx!Gráficos!%5bAnalise_Graficos.xlsx%5dGráficos%20Gráfico%204</vt:lpstr>
      <vt:lpstr>file:///C:\Users\rafae\OneDrive\Documentos\João%20Oliveira\Portfolio\Preço_dos_Carros\Analise_Graficos.xlsx!Gráficos!%5bAnalise_Graficos.xlsx%5dGráficos%20Gráfico%206</vt:lpstr>
      <vt:lpstr>file:///C:\Users\rafae\OneDrive\Documentos\João%20Oliveira\Portfolio\Preço_dos_Carros\Analise_Graficos.xlsx!Gráficos!%5bAnalise_Graficos.xlsx%5dGráficos%20Gráfico%201</vt:lpstr>
      <vt:lpstr>file:///C:\Users\rafae\OneDrive\Documentos\João%20Oliveira\Portfolio\Preço_dos_Carros\Analise_Graficos.xlsx!Gráficos!%5bAnalise_Graficos.xlsx%5dGráficos%20Gráfico%202</vt:lpstr>
      <vt:lpstr>file:///C:\Users\rafae\OneDrive\Documentos\João%20Oliveira\Portfolio\Preço_dos_Carros\Analise_Graficos.xlsx!Gráficos!%5bAnalise_Graficos.xlsx%5dGráficos%20Gráfico%205</vt:lpstr>
      <vt:lpstr>C:\Users\rafae\OneDrive\Documentos\João Oliveira\Portfolio\Preço_dos_Carros\Analise_Graficos.xlsx!Planilha6!L29C1:L32C3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Silva</dc:creator>
  <cp:lastModifiedBy>Rafael Silva</cp:lastModifiedBy>
  <cp:revision>2</cp:revision>
  <dcterms:created xsi:type="dcterms:W3CDTF">2026-05-02T15:54:42Z</dcterms:created>
  <dcterms:modified xsi:type="dcterms:W3CDTF">2026-05-04T23:42:19Z</dcterms:modified>
</cp:coreProperties>
</file>